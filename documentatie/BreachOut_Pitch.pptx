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&lt; 10 min. Rode draad: het verhaal van één incident (ShinyHunters). Begin energiek. 'Wij zijn Anti-Cyberleak IT en dit is BreachOut.'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±30 sec. De haak. Houd het kort en herkenbaar. Eindig met de brug: 'Daarom maakten wij BreachOut.'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Eén zin, rustig uitgesproken. Dit is je kernboodschap. Laat de chips het bereik zien: meerdere soorten incidenten.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hart. Houd het HAALBAAR: laat het dashboard, admin panel en spelleider-pagina zien — niet de ingewikkeldste dingen. Vertel wat je doet terwijl je klikt. Terugval: screenshots klaarzetten voor als de live demo hapert.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houden. Vier stappen, hoofdlijnen. Geen code-regels. Verwijs naar het TO als bewijs: 'de details staan uitgewerkt in ons technisch ontwerp.'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Richt op waarde, niet techniek. Noem 2-3 punten die het meest indruk maken: automatische uitrol, isolatie per team, echt zoekwerk.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is af: loop de linkerlijst kort langs. Rolverdeling: pas de taken van Kyan/Jesse aan naar wat zij echt deden. Volgende stap laat zien dat je verder kunt.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Eén sterke afsluitzin, dan stilte → ruimte voor vragen. Bedank de luisteraars.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Cybersecurity-escaperooms die blíjven hangen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root@breachout:~# ./start_incident.sh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Kyan · Jesse · Lance   —   Anti-Cyberleak IT   ·   IronHold Labs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HET PROBLEEM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BreachOut bestaat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766560" cy="1325880"/>
          </a:xfrm>
          <a:prstGeom prst="roundRect">
            <a:avLst>
              <a:gd name="adj" fmla="val 6207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F255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019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mens is de zwakste schakel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860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overgrote deel van cyberincidenten begint bij een medewerker — phishing, een zwak wachtwoord, één verkeerde klik.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6766560" cy="1325880"/>
          </a:xfrm>
          <a:prstGeom prst="roundRect">
            <a:avLst>
              <a:gd name="adj" fmla="val 6207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630168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F25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649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E-learnings blijven niet hangen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49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Klik-door-de-slides trainingen zijn saai en passief. Kennis zakt binnen een week weg.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6766560" cy="1325880"/>
          </a:xfrm>
          <a:prstGeom prst="roundRect">
            <a:avLst>
              <a:gd name="adj" fmla="val 6207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93208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F255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280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veilige oefenplek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212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Bedrijven durven medewerkers niet los te laten op echte systemen. Dus oefenen ze bijna nooit écht.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1737360"/>
            <a:ext cx="4023360" cy="4343400"/>
          </a:xfrm>
          <a:prstGeom prst="roundRect">
            <a:avLst>
              <a:gd name="adj" fmla="val 2045"/>
            </a:avLst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2194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“Cybersecurity leer je niet door te lézen —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657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leert het door het te dóen.”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5394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Daarom maakten wij BreachOut.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DE OPLOSSING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oplossing in één zin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286000"/>
          </a:xfrm>
          <a:prstGeom prst="roundRect">
            <a:avLst>
              <a:gd name="adj" fmla="val 3600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platform met </a:t>
            </a:r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cybersecurity-escaperooms</a:t>
            </a:r>
            <a:pPr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waarin spelers </a:t>
            </a:r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incidenten naspelen</a:t>
            </a:r>
            <a:pPr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van phishing tot ransomware — in een </a:t>
            </a:r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veilige, gesimuleerde omgeving.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663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4663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2700">
            <a:solidFill>
              <a:srgbClr val="F255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4663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4663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2700">
            <a:solidFill>
              <a:srgbClr val="35E0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4663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46634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2700">
            <a:solidFill>
              <a:srgbClr val="F6C45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4663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4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netwerk &amp; firewall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Spelenderwijs trainen → kennis die wél blijft hangen.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DEMO — HART VAN DE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66960" y="658368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25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66960" y="658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draad:  </a:t>
            </a:r>
            <a:pPr indent="0" marL="0">
              <a:buNone/>
            </a:pPr>
            <a:r>
              <a:rPr lang="en-US" sz="19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hacken — ShinyHunters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24912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65176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Challenge-dashboard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alle rooms en het live scorebord — wat kun je spelen, hoe sta je ervoor.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49300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aanmaken en versturen — afgeschermd met een eigen account.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407408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33425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Spelleider-pagina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4334256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starten, stoppen en herstarten + push-notificaties sturen naar de teams.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0235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248656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175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flag pakken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517550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 zoekt in de room, vindt de flag en scoort punten.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61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flag{sh1ny_hunt3rs_c4ught}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ONDER DE MOTORKAP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het technisch werkt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3060" y="2331720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230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 kiest een room en start een sessie.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10312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56432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0852" y="2331720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3085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Uitrol-API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webapp vraagt via een API om een nieuwe omgeving.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44184" y="210312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64224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8644" y="2331720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3864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kloont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 wordt automatisch (Ansible) een eigen container opgebouwd.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51976" y="2103120"/>
            <a:ext cx="3017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272016" y="210312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46436" y="2331720"/>
            <a:ext cx="457200" cy="457200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4643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40917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room + flag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54896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team krijgt een geïsoleerde room met een unieke flag.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uitwerking staat in ons </a:t>
            </a:r>
            <a:pPr indent="0" marL="0">
              <a:buNone/>
            </a:pPr>
            <a:r>
              <a:rPr lang="en-US" sz="14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Ontwerp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(cluster, Ceph-opslag, VLAN-isolatie, back-up).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ONDERSCHEIDEND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BreachOut bijzonder maakt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39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uitrol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0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worden met Ansible vanzelf opgebouwd en afgebroken.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3672" y="178308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2039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 geïsoleerd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2990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team een eigen afgeschermde omgeving — geen onderling gedoe.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18704" y="178308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2039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47304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47304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scorebord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147304" y="2990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Voortgang en punten real-time zichtbaar per team en speler.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42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Oplopende moeilijkheid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93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beginner tot gevorderd, over meerdere categorieën.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33672" y="388620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4142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62272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 zoekwerk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5093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Spelers moeten informatie vínden, niet gokken.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18704" y="3886200"/>
            <a:ext cx="3419856" cy="1920240"/>
          </a:xfrm>
          <a:prstGeom prst="roundRect">
            <a:avLst>
              <a:gd name="adj" fmla="val 428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41422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47304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147304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&amp; schaalbaar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8147304" y="5093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HA-cluster: valt er iets uit, draait het door. Groeit mee.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RESULTAAT &amp;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BreachOut · IronHold Labs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staat, en wie wat deed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af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3-node Proxmox-cluster met HA en Ceph-opslag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FortiGate met VLAN-isolatie per challenge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met scorebord, admin panel en spelleider-pagina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werkende challenges over 3 niveaus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uitrol &amp; reset via Ansible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(Zabbix) en dagelijkse back-up (PBS)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057400"/>
            <a:ext cx="475488" cy="475488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5E0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13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Infrastructuur, netwerk &amp; automatisering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935224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9544"/>
            <a:ext cx="475488" cy="475488"/>
          </a:xfrm>
          <a:prstGeom prst="ellipse">
            <a:avLst/>
          </a:prstGeom>
          <a:solidFill>
            <a:srgbClr val="1E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118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4655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webapplicatie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4087368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17202E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361688"/>
            <a:ext cx="475488" cy="475488"/>
          </a:xfrm>
          <a:prstGeom prst="ellipse">
            <a:avLst/>
          </a:prstGeom>
          <a:solidFill>
            <a:srgbClr val="1E2A3A"/>
          </a:solidFill>
          <a:ln w="19050">
            <a:solidFill>
              <a:srgbClr val="F6C45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C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617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content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5239512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1E2A3A"/>
          </a:solidFill>
          <a:ln w="12700">
            <a:solidFill>
              <a:srgbClr val="2A38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523951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stap:  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 categorie challenges, productierijpe uitrol, klantpilot.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E0A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2103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BreachOut maakt cybersecurity iets wat je dóét —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iets wat je wegklikt.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session_complete — flag captured 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029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Kyan · Jesse · Lance   —   Anti-Cyberleak 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BreachOut - Pitch</dc:title>
  <dc:subject>PptxGenJS Presentation</dc:subject>
  <dc:creator>Anti-Cyberleak IT</dc:creator>
  <cp:lastModifiedBy>Anti-Cyberleak IT</cp:lastModifiedBy>
  <cp:revision>1</cp:revision>
  <dcterms:created xsi:type="dcterms:W3CDTF">2026-10-29T15:02:58Z</dcterms:created>
  <dcterms:modified xsi:type="dcterms:W3CDTF">2026-10-29T15:02:58Z</dcterms:modified>
</cp:coreProperties>
</file>